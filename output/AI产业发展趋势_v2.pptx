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457200"/>
          </a:xfrm>
          <a:prstGeom prst="rect">
            <a:avLst/>
          </a:prstGeom>
          <a:solidFill>
            <a:srgbClr val="FF660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SLIDE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6600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754880"/>
            <a:ext cx="8229600" cy="18288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LUMN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4480560" y="1371600"/>
            <a:ext cx="18288" cy="320040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从算力到互联的硬科技革命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 2026 年 6 月 | 👤 AI 产业研究团队 | ⏱ 约 30 min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 · 内容路线图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今天的内容路线图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**01 CPU：算力基石** — x86 与 ARM 两强争霸，AI 加速单元成标配 (~3min)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**02 GPU：训练与推理引擎** — Blackwell 领跑，ASIC 双线追击 (~3min)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**03 光模块：数据洪流通道** — 800G → 1.6T → 3.2T，光电互联革命 (~3min)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**04 PCB：高速信号载体** — M8→M9 材料升级，高端产能紧缺 (~2min)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**05 存储：大模型的记忆基石** — HBM4 即将登场，存内计算从概念走向量产 (~3min)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**06 互联与网络** — NVLink 5 + InfiniBand + Ultra Ethernet (~2min)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**07 散热与能效** — 单机柜 132kW，液冷从可选项变必选项 (~2min)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**08 市场格局与展望** — 五大确定性趋势，把握投资脉络 (~4min)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CPU：算力基石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x86 与 ARM 两强争霸，AI 专用加速单元成为标配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Granite Rapids · 最多 128 核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内置 AMX 矩阵引擎，BF16/INT8 推理加速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单路 12 通道 DDR5，PCIe 5.0 × 88 lane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**AMX · 2048-bit**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Turin · Zen 5 架构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最多 192 核 384 线程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AVX-512 全吞吐，12 通道 DDR5-6000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CXL 2.0 内存扩展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**192 Cores · 500W TDP**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663440" y="11887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Graviton4 · NVIDIA Grace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每瓦性能领先 x86 约 30-50%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AmpereOne 192 核云原生 CPU 已量产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**ARM v9.2 · SVE2**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GPU：训练与推理的算力引擎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Blackwell 领跑，AMD + 自研 ASIC 双线追击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 指标 | NVIDIA B200 | AMD MI450X | Google TPU v6 | 华为 Ascend 910C |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|------|------------|------------|---------------|------------------|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 制程 | TSMC 4NP | TSMC N3 | TSMC N3 | SMIC N+2 |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 FP16 TFLOPS | 4,500 | 2,300 | 1,800 | 800 |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 显存 | 192 GB HBM3e | 288 GB HBM3e | 96 GB HBM3 | 128 GB HBM2e |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 TDP | 1,000W | 750W | 600W | 550W |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**关键数据:** B200 FP4 算力 20K+ TFLOPS | 192 GB HBM3e 显存 | 8 TB/s 带宽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NVIDIA 以 Blackwell 架构 + NVLink 5 + 液冷整机柜方案建立系统级壁垒。AMD 以更大显存和开放生态（ROCm 6.0）追赶。Google / AWS / Meta 自研 ASIC 推理芯片加速部署，训练侧 2026 仍是 GPU 天下。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光模块：数据洪流的"光速"通道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800G 大规模出货，1.6T 即将商用，硅光技术拐点已至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AI 训练集群标配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DR8 / FR4 / SR8 多模方案齐全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单模块功耗 ~14W，硅光版本降至 ~10W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主要供应商：中际旭创、Coherent、Finisar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**8×100G PAM4**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1.6T OSFP-XD 预计 2026H2 量产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200G/lane × 8，CPO 功耗降低 40%+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**200G/lane · CPO**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663440" y="11887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去掉 DSP 芯片，功耗降低 50%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延迟 &lt; 5ns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800G LPO 开始小批量部署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CMOS 工艺兼容，低成本大规模制造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 / Ayar Labs / 曦智科技领跑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2027 渗透率预计 &gt; 30%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超高带宽调制器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200G+ 单波速率关键使能技术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HyperLight / 光库科技布局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04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PCB：高速信号的高密度载体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服务器 PCB 四大升级方向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**📐 层数升级：从 20L → 30L+** — GPU 模组板（UBB）普遍 26-30 层，Switch 背板 34 层+。高层数带来更高的布线密度和更复杂的 PDN 设计。**30L+ · UBB**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**🔧 材料升级：M7 → M8 → M9** — 超低损耗 CCL 需求爆发。M8 级 Df &lt; 0.002 @ 10GHz，M9 级 Df &lt; 0.0015。松下 Megtron 8、台耀 TU-983 为主流方案。**Df &lt; 0.0015 · M9**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**📏 HDI + Any-Layer 工艺** — NVIDIA GB300 NVL72 采用超大尺寸 HDI 板，单板 700×600mm+。Any-Layer 技术从手机走向数据中心。**700×600mm · Any-Layer**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**💪 供需格局：高端产能紧缺** — 全球高端 PCB 产能集中在臻鼎、欣兴、Ibiden、三星电机。AI 拉动高端 PCB 市场 CAGR 25%+（2024-2030），2026 年仍供不应求。**CAGR 25% · 供不应求**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存储：大模型的"记忆"基石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HBM4 即将登场，存内计算从概念走向量产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 指标 | HBM3 | HBM3e | HBM4 | LPDDR5x (边缘) |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|------|------|-------|------|----------------|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 单堆容量 | 24 GB | 36 GB | 48-64 GB | 16-32 GB |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 带宽 | 819 GB/s | 1.2 TB/s | 1.6-2.0 TB/s | 68 GB/s |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 堆叠层数 | 12-Hi | 12-Hi | 16-Hi | — |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 IO 位宽 | 1024-bit | 1024-bit | 2048-bit | 64-bit |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 主要供应商 | SK海力士/三星 | SK海力士/三星/美光 | SK海力士(先行) | 三星/美光 |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 海力士 53% 份额领先（HBM3e 独家供货 NVIDIA），三星 38%，美光 9%。2026 全球 HBM 市场规模预计突破 400 亿美元。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HBM 是 GPU 性能释放的最大瓶颈。HBM4 通过 2048-bit 位宽和 16-Hi 堆叠将带宽翻倍。PIM（存内计算）让 HBM 不只是"存储"还能执行矩阵运算。边缘侧 LPDDR + 片上 SRAM 围绕能效做取舍。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单机柜 132kW+ 时代，液冷从"可选项"变成"必选项"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GB300 NVL72 单机柜功耗高达 132kW。B200 单芯片 TDP 1000W，下一代 Rubin 预计 1500W+。传统风冷极限 ~30kW/机柜已被远远超越。**132kW/rack**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**冷板式：** 成熟方案，PUE ~1.1，NVL72 标配。Vertiv / CoolIT / Boyd 为主要供应商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**浸没式：** 单相/两相，PUE &lt; 1.05，氟化液成本仍高。阿里 / 微软部分 AI 集群已部署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**芯片级：** 微通道直触，台积电 / Cooltera 研发中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全球液冷市场 ~120 亿美元（CAGR 35%+）。CDU 单台 1.5MW 散热能力。2028 年 80%+ 新建 AI DC 将采用液冷，PUE 从 1.4 降至 1.05。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AI 基础设施市场规模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**芯片总市场: $420B** | GPU/AI 加速器: $180B | HBM 存储: $85B | 光模块: $28B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NVIDIA 以 ~80% AI GPU 份额绝对领先。AMD 追赶至 ~12%。自研 ASIC（Google TPU / AWS Trainium / Meta MTIA）合计 ~5%。华为 Ascend 在中国市场份额领先。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华为 Ascend 910C 量产，寒武纪思元 690 进入数据中心。海光 DCU 兼容 ROCm 生态。中国 AI 芯片自给率 2026 年约 15-20%，加速追赶中。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微软/谷歌/亚马逊/Meta 2026 AI Capex 合计超 $300B。xAI Colossus 10 万 GPU 集群已投产，全球 AI 超算竞赛白热化。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**重点标的：** NVIDIA (NVDA) · AMD (AMD) · Broadcom (AVGO) · SK海力士 · 中际旭创 · 华为昇腾 · Marvell · Arista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2026-2028：六个确定性趋势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**算力持续翻倍** — GPU 每 2 年算力翻倍（Blackwell → Rubin → Vera）。ASIC 推理芯片将占推理市场 30%+，训练仍以 GPU 为主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**互联速率倍增** — Scale-Up：NVLink 6→7，UBB 2.0。Scale-Out：800G → 1.6T → 3.2T。CPO 将光引擎集成至交换机芯片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**存储带宽破墙** — HBM4 → HBM4e，PIM 存内计算普及。CXL 3.0 内存池化打破"内存墙"。QLC NAND 256TB SSD 成为推理缓存标配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**液冷全面渗透** — 2028 年 80%+ 新建 AI DC 采用液冷。PUE 从 1.4 → 1.05。液冷产业链 CAGR 35%+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**端侧 AI 崛起** — AI PC（NPU &gt; 40 TOPS）、AI 手机（SoC 内置 LLM 引擎）、具身智能（机器人芯片）将创造新增长极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**地缘重塑供应链** — 出口管制推动国产替代。东南亚封装测试产能扩建。Chiplet + 先进封装（CoWoS / EMIB）成为"新摩尔定律"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感谢聆听 · 欢迎交流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MCP PPT Generator</dc:creator>
  <cp:lastModifiedBy>MCP PPT Generator</cp:lastModifiedBy>
  <cp:revision>1</cp:revision>
  <dcterms:created xsi:type="dcterms:W3CDTF">2026-06-25T16:14:48Z</dcterms:created>
  <dcterms:modified xsi:type="dcterms:W3CDTF">2026-06-25T16:14:48Z</dcterms:modified>
</cp:coreProperties>
</file>